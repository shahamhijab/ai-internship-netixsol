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900" b="1">
                <a:solidFill>
                  <a:srgbClr val="F8FAFD"/>
                </a:solidFill>
              </a:defRPr>
            </a:pPr>
            <a:r>
              <a:t>NRP: AI-Powered</a:t>
            </a:r>
            <a:br/>
            <a:r>
              <a:t>Real Estate Voice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2EAF5"/>
                </a:solidFill>
              </a:defRPr>
            </a:pPr>
            <a:r>
              <a:t>Intelligent Voice-Based Customer Assistant for Pakistani Real Estate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33BEDC"/>
                </a:solidFill>
              </a:defRPr>
            </a:pPr>
            <a:r>
              <a:t>FastAPI  •  LangGraph  •  Gemini  •  Deepgram  •  TTS  •  n8n  •  Google Calendar  •  Gmail  •  CRM  • 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8FAFD"/>
                </a:solidFill>
              </a:defRPr>
            </a:pPr>
            <a:r>
              <a:t>Project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383280" cy="429768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54864" cy="429768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58191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VOICE-FIRST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057400"/>
            <a:ext cx="3017520" cy="3520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Understands spoken customer queries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Urdu and UrduLish conversations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Natural conversational responses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17320"/>
            <a:ext cx="3383280" cy="429768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417320"/>
            <a:ext cx="54864" cy="429768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58191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057400"/>
            <a:ext cx="3017520" cy="3520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Intent detection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Property Q&amp;A and recommendations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Context, memory and objection handling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17320"/>
            <a:ext cx="3383280" cy="429768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417320"/>
            <a:ext cx="54864" cy="429768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58191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057400"/>
            <a:ext cx="3017520" cy="3520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Book, reschedule and cancel appointments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Calendar, Gmail and CRM workflows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Connect conversations to business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8FAFD"/>
                </a:solidFill>
              </a:defRPr>
            </a:pPr>
            <a:r>
              <a:t>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5303520" cy="448056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4864" cy="448056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490472"/>
            <a:ext cx="493775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CURRENT PAIN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965960"/>
            <a:ext cx="4937759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Natural Urdu/UrduLish conversations are difficult to automate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Repetitive customer questions consume staff time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Appointment scheduling is slow and manual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Conversation context is easily lost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Follow-ups and business tools are disconnected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257800" cy="448056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4864" cy="448056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7" y="1490472"/>
            <a:ext cx="4892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7" y="1965960"/>
            <a:ext cx="4892040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Create a conversational AI agent that communicates naturally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Understand customer needs and maintain context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Automate property assistance and operational workflows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Turn a conversation into a completed business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8FAFD"/>
                </a:solidFill>
              </a:defRPr>
            </a:pPr>
            <a: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41832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A0AEC3"/>
                </a:solidFill>
              </a:defRPr>
            </a:pPr>
            <a:r>
              <a:t>Voice-first conversational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31720"/>
            <a:ext cx="141732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AFD"/>
                </a:solidFill>
              </a:defRPr>
            </a:pPr>
            <a:r>
              <a:t>Voice Input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20240" y="2816352"/>
            <a:ext cx="210312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130552" y="2331720"/>
            <a:ext cx="141732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AFD"/>
                </a:solidFill>
              </a:defRPr>
            </a:pPr>
            <a:r>
              <a:t>Speech-to-Text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47872" y="2816352"/>
            <a:ext cx="210312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58184" y="2331720"/>
            <a:ext cx="141732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AFD"/>
                </a:solidFill>
              </a:defRPr>
            </a:pPr>
            <a:r>
              <a:t>Intent &amp; Context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75504" y="2816352"/>
            <a:ext cx="210312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85816" y="2331720"/>
            <a:ext cx="141732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AFD"/>
                </a:solidFill>
              </a:defRPr>
            </a:pPr>
            <a:r>
              <a:t>Property / RAG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03136" y="2816352"/>
            <a:ext cx="210312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13448" y="2331720"/>
            <a:ext cx="141732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AFD"/>
                </a:solidFill>
              </a:defRPr>
            </a:pPr>
            <a:r>
              <a:t>Response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8" y="2816352"/>
            <a:ext cx="210312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41080" y="2331720"/>
            <a:ext cx="141732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AFD"/>
                </a:solidFill>
              </a:defRPr>
            </a:pPr>
            <a:r>
              <a:t>Business Action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400" y="2816352"/>
            <a:ext cx="210312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268712" y="2331720"/>
            <a:ext cx="141732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8FAFD"/>
                </a:solidFill>
              </a:defRPr>
            </a:pPr>
            <a:r>
              <a:t>TTS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6052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F8FAFD"/>
                </a:solidFill>
              </a:defRPr>
            </a:pPr>
            <a:r>
              <a:t>Customer speaks naturally → AI understands → AI reasons → business action happens automatically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8FAFD"/>
                </a:solidFill>
              </a:defRPr>
            </a:pPr>
            <a:r>
              <a:t>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560320"/>
            <a:ext cx="1143000" cy="68580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CUSTOMER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0240" y="1417320"/>
            <a:ext cx="1325880" cy="68580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Voice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2560320"/>
            <a:ext cx="1325880" cy="68580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Deepgram STT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20240" y="3703320"/>
            <a:ext cx="1325880" cy="68580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FastAPI API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2560320"/>
            <a:ext cx="146304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LangGraph</a:t>
            </a:r>
            <a:br/>
            <a:r>
              <a:t>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234440"/>
            <a:ext cx="1417320" cy="77724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Gemini</a:t>
            </a:r>
            <a:br/>
            <a:r>
              <a:t>Reasoning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2423160"/>
            <a:ext cx="1417320" cy="77724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Memory /</a:t>
            </a:r>
            <a:br/>
            <a:r>
              <a:t>Profile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3611880"/>
            <a:ext cx="1417320" cy="77724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RAG /</a:t>
            </a:r>
            <a:br/>
            <a:r>
              <a:t>Property Retrieval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514600"/>
            <a:ext cx="1508760" cy="82296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Business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0" y="1325880"/>
            <a:ext cx="1143000" cy="64008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Calendar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0" y="2423160"/>
            <a:ext cx="1143000" cy="64008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Gmail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0" y="3520440"/>
            <a:ext cx="1143000" cy="64008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CRM / n8n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09160"/>
            <a:ext cx="1508760" cy="73152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TTS Layer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0" y="4709160"/>
            <a:ext cx="1143000" cy="73152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Voice Response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737360" y="2907792"/>
            <a:ext cx="182880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246120" y="2907792"/>
            <a:ext cx="640080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349240" y="1627632"/>
            <a:ext cx="731520" cy="128016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349240" y="2816352"/>
            <a:ext cx="731520" cy="9144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349240" y="2907792"/>
            <a:ext cx="731520" cy="109728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98079" y="1627632"/>
            <a:ext cx="731521" cy="1298448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498079" y="2816352"/>
            <a:ext cx="731521" cy="109728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498079" y="2926080"/>
            <a:ext cx="731521" cy="1078992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738360" y="1645920"/>
            <a:ext cx="502920" cy="128016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738360" y="2743200"/>
            <a:ext cx="502920" cy="18288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738360" y="2926080"/>
            <a:ext cx="502920" cy="91440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738360" y="3337560"/>
            <a:ext cx="0" cy="137160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738360" y="5074920"/>
            <a:ext cx="502920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8FAFD"/>
                </a:solidFill>
              </a:defRPr>
            </a:pPr>
            <a:r>
              <a:t>AI Agent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5166360" cy="11430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54864" cy="1143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399032"/>
            <a:ext cx="4800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01  Speech Recognition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1874519"/>
            <a:ext cx="4800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Deepgram converts Urdu/UrduLish speech into 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166360" cy="11430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54864" cy="114300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399032"/>
            <a:ext cx="4800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02  Intent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1874519"/>
            <a:ext cx="4800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Gemini identifies property, appointment, follow-up and other intents.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51760"/>
            <a:ext cx="5166360" cy="11430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51760"/>
            <a:ext cx="54864" cy="1143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816352"/>
            <a:ext cx="4800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03  Context &amp;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291840"/>
            <a:ext cx="4800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Conversation context and customer information maintain continuity.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651760"/>
            <a:ext cx="5166360" cy="11430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651760"/>
            <a:ext cx="54864" cy="114300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8" y="2816352"/>
            <a:ext cx="4800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04  Property Retrieval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3291840"/>
            <a:ext cx="4800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Relevant property information is retrieved when required.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69080"/>
            <a:ext cx="5166360" cy="11430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069080"/>
            <a:ext cx="54864" cy="1143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4233672"/>
            <a:ext cx="4800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05  Response Generation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709160"/>
            <a:ext cx="4800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Gemini produces a natural conversational response.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069080"/>
            <a:ext cx="5166360" cy="11430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069080"/>
            <a:ext cx="54864" cy="114300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4233672"/>
            <a:ext cx="4800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06  Business 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8" y="4709160"/>
            <a:ext cx="4800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The agent triggers booking, CRM or workflow actions.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486400"/>
            <a:ext cx="5166360" cy="11430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486400"/>
            <a:ext cx="54864" cy="1143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650992"/>
            <a:ext cx="4800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07  Text-to-Speech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6126480"/>
            <a:ext cx="4800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The final response is converted back into spoken audio.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8FAFD"/>
                </a:solidFill>
              </a:defRPr>
            </a:pPr>
            <a:r>
              <a:t>Main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3474720" cy="452628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54864" cy="452628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490472"/>
            <a:ext cx="31089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VOICE INTERACTION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1965960"/>
            <a:ext cx="3108960" cy="3749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Natural voice conversations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Urdu / UrduLish support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Speech-to-text and text-to-speech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25880"/>
            <a:ext cx="3474720" cy="452628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325880"/>
            <a:ext cx="54864" cy="452628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490472"/>
            <a:ext cx="31089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INTELLIGENT CONVERSATION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1965960"/>
            <a:ext cx="3108960" cy="3749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Intent detection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Context-aware responses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Follow-up questions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Objection handling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325880"/>
            <a:ext cx="3474720" cy="452628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325880"/>
            <a:ext cx="54864" cy="452628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490472"/>
            <a:ext cx="31089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REAL ESTATE +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965960"/>
            <a:ext cx="3108960" cy="3749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Property Q&amp;A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Property recommendations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Customer requirements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Appointment + Calendar + CRM workflows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8FAFD"/>
                </a:solidFill>
              </a:defRPr>
            </a:pPr>
            <a:r>
              <a:t>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38328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54864" cy="96012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39903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1874519"/>
            <a:ext cx="3017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Core application development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38328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234440"/>
            <a:ext cx="54864" cy="96012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39903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FastAPI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1874519"/>
            <a:ext cx="3017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Backend /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234440"/>
            <a:ext cx="338328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1234440"/>
            <a:ext cx="54864" cy="96012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39903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LangGraph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1874519"/>
            <a:ext cx="3017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AI agent orchestration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468880"/>
            <a:ext cx="338328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468880"/>
            <a:ext cx="54864" cy="96012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263347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Google Gemini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3108960"/>
            <a:ext cx="3017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LLM reasoning and intent detection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468880"/>
            <a:ext cx="338328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2468880"/>
            <a:ext cx="54864" cy="96012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263347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Deepgram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3108960"/>
            <a:ext cx="3017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Speech-to-text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2468880"/>
            <a:ext cx="338328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19" y="2468880"/>
            <a:ext cx="54864" cy="96012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7888" y="263347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Fish Audio / TTS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3108960"/>
            <a:ext cx="3017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Text-to-speech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703320"/>
            <a:ext cx="338328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3703320"/>
            <a:ext cx="54864" cy="96012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386791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n8n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343400"/>
            <a:ext cx="3017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Workflow automation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43400" y="3703320"/>
            <a:ext cx="338328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43400" y="3703320"/>
            <a:ext cx="54864" cy="96012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44568" y="386791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Google Calendar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4568" y="4343400"/>
            <a:ext cx="3017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Appointment management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3703320"/>
            <a:ext cx="338328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46719" y="3703320"/>
            <a:ext cx="54864" cy="96012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47888" y="386791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Gmail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7888" y="4343400"/>
            <a:ext cx="3017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Automated email workflows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937760"/>
            <a:ext cx="338328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4937760"/>
            <a:ext cx="54864" cy="96012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7" y="510235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CRM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7" y="5577840"/>
            <a:ext cx="3017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Customer / business data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43400" y="4937760"/>
            <a:ext cx="3383280" cy="96012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343400" y="4937760"/>
            <a:ext cx="54864" cy="96012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44568" y="510235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Docker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44568" y="5577840"/>
            <a:ext cx="3017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Containerization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8FAFD"/>
                </a:solidFill>
              </a:defRPr>
            </a:pPr>
            <a:r>
              <a:t>Reliability &amp; Fallback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5303520" cy="438912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25880"/>
            <a:ext cx="54864" cy="438912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490472"/>
            <a:ext cx="493775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GEMINI RELIABILITY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1965960"/>
            <a:ext cx="4937759" cy="361187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Multiple Gemini API keys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Automatic key rotation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Retry mechanism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Local intent-detection fallback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Helps prevent total agent failure during transient API errors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03520" cy="438912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4864" cy="438912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7" y="1490472"/>
            <a:ext cx="493775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SPEECH 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7" y="1965960"/>
            <a:ext cx="4937759" cy="361187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Deepgram handles transcription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Urdu-focused transcription handling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Designed for Urdu/UrduLish conversational input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TTS layer remains independently replaceable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8978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A0AEC3"/>
                </a:solidFill>
              </a:defRPr>
            </a:pPr>
            <a:r>
              <a:t>Example external failure: Gemini HTTP 503 — Service Unavailable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8FAFD"/>
                </a:solidFill>
              </a:defRPr>
            </a:pPr>
            <a:r>
              <a:t>n8n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41832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A0AEC3"/>
                </a:solidFill>
              </a:defRPr>
            </a:pPr>
            <a:r>
              <a:t>Connecting conversation to real business processes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23160"/>
            <a:ext cx="141732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AI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2423160"/>
            <a:ext cx="141732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Customer requests</a:t>
            </a:r>
            <a:br/>
            <a:r>
              <a:t>appointment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423160"/>
            <a:ext cx="141732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n8n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423160"/>
            <a:ext cx="141732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Check Calendar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423160"/>
            <a:ext cx="141732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Update CRM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12680" y="2423160"/>
            <a:ext cx="141732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8FAFD"/>
                </a:solidFill>
              </a:defRPr>
            </a:pPr>
            <a:r>
              <a:t>Confirmation Email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57400" y="2880360"/>
            <a:ext cx="365760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840480" y="2880360"/>
            <a:ext cx="731520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89320" y="2880360"/>
            <a:ext cx="685800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92440" y="2880360"/>
            <a:ext cx="320040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829800" y="2880360"/>
            <a:ext cx="182880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920240" y="4160520"/>
            <a:ext cx="8138160" cy="105156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20240" y="4160520"/>
            <a:ext cx="54864" cy="105156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21408" y="4325112"/>
            <a:ext cx="7772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21408" y="4800600"/>
            <a:ext cx="7772400" cy="27431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The AI agent does not stop at conversation — it can trigger calendar, CRM and email actions through an automation layer.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8FAFD"/>
                </a:solidFill>
              </a:defRPr>
            </a:pPr>
            <a:r>
              <a:t>Example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41832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A0AEC3"/>
                </a:solidFill>
              </a:defRPr>
            </a:pPr>
            <a:r>
              <a:t>Urdu voice interaction → reasoning → business 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452628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54864" cy="452628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399032"/>
            <a:ext cx="493775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CUSTOMER ↔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1874519"/>
            <a:ext cx="4937759" cy="3749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Customer: "مجھے اسلام آباد میں 10 مرلے کا گھر چاہیے۔"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Agent: "ضرور۔ آپ کا بجٹ تقریباً کتنا ہے؟"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Customer: "تقریباً 3 کروڑ۔"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Agent: "میں آپ کے بجٹ اور requirement کے مطابق properties دیکھتا ہوں۔"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Customer: "مجھے property دیکھنے کے لیے appointment بھی چاہیے۔"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Agent: "ضرور۔ میں available appointment slots check کرتا ہوں۔"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508760"/>
            <a:ext cx="1508760" cy="82296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8FAFD"/>
                </a:solidFill>
              </a:defRPr>
            </a:pPr>
            <a:r>
              <a:t>VOICE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046720" y="1920240"/>
            <a:ext cx="594360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641080" y="1508760"/>
            <a:ext cx="1508760" cy="82296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D"/>
                </a:solidFill>
              </a:defRPr>
            </a:pPr>
            <a:r>
              <a:t>AI 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90888" y="2331720"/>
            <a:ext cx="0" cy="64008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41080" y="2971800"/>
            <a:ext cx="1508760" cy="822960"/>
          </a:xfrm>
          <a:prstGeom prst="roundRect">
            <a:avLst/>
          </a:prstGeom>
          <a:solidFill>
            <a:srgbClr val="142239"/>
          </a:solidFill>
          <a:ln>
            <a:solidFill>
              <a:srgbClr val="33B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8FAFD"/>
                </a:solidFill>
              </a:defRPr>
            </a:pPr>
            <a:r>
              <a:t>n8n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8046720" y="3383280"/>
            <a:ext cx="594360" cy="0"/>
          </a:xfrm>
          <a:prstGeom prst="line">
            <a:avLst/>
          </a:prstGeom>
          <a:ln w="22860">
            <a:solidFill>
              <a:srgbClr val="33BE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37960" y="2971800"/>
            <a:ext cx="1508760" cy="822960"/>
          </a:xfrm>
          <a:prstGeom prst="roundRect">
            <a:avLst/>
          </a:prstGeom>
          <a:solidFill>
            <a:srgbClr val="142239"/>
          </a:solidFill>
          <a:ln>
            <a:solidFill>
              <a:srgbClr val="266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D"/>
                </a:solidFill>
              </a:defRPr>
            </a:pPr>
            <a:r>
              <a:t>CALENDAR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343400"/>
            <a:ext cx="3840480" cy="105156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4343400"/>
            <a:ext cx="54864" cy="105156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4507992"/>
            <a:ext cx="3474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4983480"/>
            <a:ext cx="3474720" cy="27431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Appointment availability is checked and the customer receives confirmation.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8FAFD"/>
                </a:solidFill>
              </a:defRPr>
            </a:pPr>
            <a:r>
              <a:t>Current Development Status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6492240" cy="475488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54864" cy="475488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399032"/>
            <a:ext cx="61264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IMPLEMENTED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1874519"/>
            <a:ext cx="6126479" cy="3977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FastAPI backend and voice processing pipeline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Deepgram transcription + Gemini reasoning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LangGraph agent workflow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Gemini API key rotation + local intent fallback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n8n automation integration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Calendar / Gmail workflow integration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Docker-based deployment structure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Urdu / UrduLish conversation handling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234440"/>
            <a:ext cx="4114800" cy="475488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1234440"/>
            <a:ext cx="54864" cy="475488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07808" y="1399032"/>
            <a:ext cx="374903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CURRENT INTEGRATION ISSUE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07808" y="1874519"/>
            <a:ext cx="3749039" cy="3977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Fish Audio platform API is currently returning HTTP 418</a:t>
            </a:r>
          </a:p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• TTS layer therefore needs further integration or fallback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8FAFD"/>
                </a:solidFill>
              </a:defRPr>
            </a:pPr>
            <a:r>
              <a:t>Challenges &amp; Solutions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365760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234440"/>
            <a:ext cx="54864" cy="530352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399032"/>
            <a:ext cx="3291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Gemini API 503 errors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234440"/>
            <a:ext cx="699516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54864" cy="530352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27448" y="1399032"/>
            <a:ext cx="6629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Multiple keys + retry + local fallback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901952"/>
            <a:ext cx="365760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901952"/>
            <a:ext cx="54864" cy="530352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066544"/>
            <a:ext cx="3291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Urdu / UrduLish recognition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901952"/>
            <a:ext cx="699516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1901952"/>
            <a:ext cx="54864" cy="530352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2066544"/>
            <a:ext cx="6629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Deepgram Urdu-focused transcription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569464"/>
            <a:ext cx="365760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569464"/>
            <a:ext cx="54864" cy="530352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34056"/>
            <a:ext cx="3291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Maintaining context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569464"/>
            <a:ext cx="699516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2569464"/>
            <a:ext cx="54864" cy="530352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2734056"/>
            <a:ext cx="6629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Agent memory / profile handling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236976"/>
            <a:ext cx="365760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236976"/>
            <a:ext cx="54864" cy="530352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401568"/>
            <a:ext cx="3291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Business automation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26280" y="3236976"/>
            <a:ext cx="699516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26280" y="3236976"/>
            <a:ext cx="54864" cy="530352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27448" y="3401568"/>
            <a:ext cx="6629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n8n workflows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3904487"/>
            <a:ext cx="365760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" y="3904487"/>
            <a:ext cx="54864" cy="530352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4069079"/>
            <a:ext cx="3291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Appointment management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26280" y="3904487"/>
            <a:ext cx="699516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26280" y="3904487"/>
            <a:ext cx="54864" cy="530352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27448" y="4069079"/>
            <a:ext cx="6629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Google Calendar integration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572000"/>
            <a:ext cx="365760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4572000"/>
            <a:ext cx="54864" cy="530352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4736592"/>
            <a:ext cx="3291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Multiple services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26280" y="4572000"/>
            <a:ext cx="699516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26280" y="4572000"/>
            <a:ext cx="54864" cy="530352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27448" y="4736592"/>
            <a:ext cx="6629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Dockerized architecture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5239512"/>
            <a:ext cx="365760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5800" y="5239512"/>
            <a:ext cx="54864" cy="530352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6968" y="5404104"/>
            <a:ext cx="32918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TTS availability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26280" y="5239512"/>
            <a:ext cx="6995160" cy="530352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26280" y="5239512"/>
            <a:ext cx="54864" cy="530352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27448" y="5404104"/>
            <a:ext cx="6629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TTS fallback / integration work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F8FAFD"/>
                </a:solidFill>
              </a:defRPr>
            </a:pPr>
            <a:r>
              <a:t>Future Improvements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338328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4864" cy="9144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49047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965960"/>
            <a:ext cx="3017520" cy="137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More robust TTS provider / fallback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38328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325880"/>
            <a:ext cx="54864" cy="91440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49047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965960"/>
            <a:ext cx="3017520" cy="137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Improved Urdu/UrduLish speech recognition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325880"/>
            <a:ext cx="338328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325880"/>
            <a:ext cx="54864" cy="9144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149047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8" y="1965960"/>
            <a:ext cx="3017520" cy="137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Larger property knowledge base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560320"/>
            <a:ext cx="338328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560320"/>
            <a:ext cx="54864" cy="9144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200400"/>
            <a:ext cx="3017520" cy="137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More advanced property filtering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2560320"/>
            <a:ext cx="338328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0" y="2560320"/>
            <a:ext cx="54864" cy="91440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272491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3200400"/>
            <a:ext cx="3017520" cy="137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Better customer-profile extraction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2560320"/>
            <a:ext cx="338328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2560320"/>
            <a:ext cx="54864" cy="9144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93608" y="272491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200400"/>
            <a:ext cx="3017520" cy="137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Production-grade monitoring and logging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3794760"/>
            <a:ext cx="338328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" y="3794760"/>
            <a:ext cx="54864" cy="9144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395935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34840"/>
            <a:ext cx="3017520" cy="137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Authentication and security hardening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9120" y="3794760"/>
            <a:ext cx="338328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9120" y="3794760"/>
            <a:ext cx="54864" cy="91440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90288" y="395935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0288" y="4434840"/>
            <a:ext cx="3017520" cy="137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More CRM integrations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3794760"/>
            <a:ext cx="3383280" cy="9144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92440" y="3794760"/>
            <a:ext cx="54864" cy="9144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93608" y="3959352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3608" y="4434840"/>
            <a:ext cx="3017520" cy="137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Analytics dashboard for customer interactions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69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8FAFD"/>
                </a:solidFill>
              </a:defRPr>
            </a:pPr>
            <a: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332720" cy="1828800"/>
          </a:xfrm>
          <a:prstGeom prst="roundRect">
            <a:avLst/>
          </a:prstGeom>
          <a:solidFill>
            <a:srgbClr val="142239"/>
          </a:solidFill>
          <a:ln>
            <a:solidFill>
              <a:srgbClr val="27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54864" cy="1828800"/>
          </a:xfrm>
          <a:prstGeom prst="rect">
            <a:avLst/>
          </a:prstGeom>
          <a:solidFill>
            <a:srgbClr val="33B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99669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D"/>
                </a:solidFill>
              </a:defRPr>
            </a:pPr>
            <a:r>
              <a:t>NRP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468880"/>
            <a:ext cx="9966960" cy="1051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E2EAF5"/>
                </a:solidFill>
              </a:defRPr>
            </a:pPr>
            <a:r>
              <a:t>Brings conversational AI, voice processing, property retrieval, memory, and business automation into a single real-estate assistant for Urdu/UrduLish customer interactions.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25196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33BEDC"/>
                </a:solidFill>
              </a:defRPr>
            </a:pPr>
            <a:r>
              <a:t>“Talk naturally → AI understands → AI reasons → Business action happens automatically.”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73952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0AEC3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