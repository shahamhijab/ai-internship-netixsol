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AFL Assistant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3 Day 5 • Ship, evaluate,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Domain-locked AFL chat + structured retrieval + probabilistic prediction</a:t>
            </a:r>
          </a:p>
          <a:p>
            <a:pPr>
              <a:defRPr sz="1800"/>
            </a:pPr>
            <a:r>
              <a:t>Explicit routing and validation</a:t>
            </a:r>
          </a:p>
          <a:p>
            <a:pPr>
              <a:defRPr sz="1800"/>
            </a:pPr>
            <a:r>
              <a:t>Safe refusal for off-topic/injection attempts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API / UI → scope + injection gate → router</a:t>
            </a:r>
          </a:p>
          <a:p>
            <a:pPr>
              <a:defRPr sz="1800"/>
            </a:pPr>
            <a:r>
              <a:t>→ retrieval / prediction / direct AFL answer / refusal → validation → response + logs</a:t>
            </a:r>
          </a:p>
          <a:p>
            <a:pPr>
              <a:defRPr sz="1800"/>
            </a:pPr>
            <a:r>
              <a:t>Every tool call runs under a hard timeout; requests are rate-limited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Factual: Carlton 2024 record</a:t>
            </a:r>
          </a:p>
          <a:p>
            <a:pPr>
              <a:defRPr sz="1800"/>
            </a:pPr>
            <a:r>
              <a:t>Prediction: dated Cats vs Suns matchup</a:t>
            </a:r>
          </a:p>
          <a:p>
            <a:pPr>
              <a:defRPr sz="1800"/>
            </a:pPr>
            <a:r>
              <a:t>Off-topic: IPL / Valorant refusal</a:t>
            </a:r>
          </a:p>
          <a:p>
            <a:pPr>
              <a:defRPr sz="1800"/>
            </a:pPr>
            <a:r>
              <a:t>Multi-turn: probing → refused → returns to a valid AFL question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30 regression cases, generated by running the live pipeline</a:t>
            </a:r>
          </a:p>
          <a:p>
            <a:pPr>
              <a:defRPr sz="1800"/>
            </a:pPr>
            <a:r>
              <a:t>2025 holdout: 216 matches</a:t>
            </a:r>
          </a:p>
          <a:p>
            <a:pPr>
              <a:defRPr sz="1800"/>
            </a:pPr>
            <a:r>
              <a:t>Model accuracy: 65.28%</a:t>
            </a:r>
          </a:p>
          <a:p>
            <a:pPr>
              <a:defRPr sz="1800"/>
            </a:pPr>
            <a:r>
              <a:t>Ladder baseline: 63.43%</a:t>
            </a:r>
          </a:p>
          <a:p>
            <a:pPr>
              <a:defRPr sz="1800"/>
            </a:pPr>
            <a:r>
              <a:t>Prediction disclaimer standardized across every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Latency p50/p95, API 5xx rate</a:t>
            </a:r>
          </a:p>
          <a:p>
            <a:pPr>
              <a:defRPr sz="1800"/>
            </a:pPr>
            <a:r>
              <a:t>Tool/model error rate</a:t>
            </a:r>
          </a:p>
          <a:p>
            <a:pPr>
              <a:defRPr sz="1800"/>
            </a:pPr>
            <a:r>
              <a:t>Off-topic leak rate</a:t>
            </a:r>
          </a:p>
          <a:p>
            <a:pPr>
              <a:defRPr sz="1800"/>
            </a:pPr>
            <a:r>
              <a:t>Prediction accuracy + calibration drift</a:t>
            </a:r>
          </a:p>
          <a:p>
            <a:pPr>
              <a:defRPr sz="1800"/>
            </a:pPr>
            <a:r>
              <a:t>Weekly post-round refresh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ends 2025-09-27; live fixture/results source required</a:t>
            </a:r>
          </a:p>
          <a:p>
            <a:pPr>
              <a:defRPr sz="1800"/>
            </a:pPr>
            <a:r>
              <a:t>Player availability not fully modeled</a:t>
            </a:r>
          </a:p>
          <a:p>
            <a:pPr>
              <a:defRPr sz="1800"/>
            </a:pPr>
            <a:r>
              <a:t>Multi-turn state is not yet persisted across calls — weakest eval category by design margin</a:t>
            </a:r>
          </a:p>
          <a:p>
            <a:pPr>
              <a:defRPr sz="1800"/>
            </a:pPr>
            <a:r>
              <a:t>Next: durable conversation state, shared rate-limit store, richer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